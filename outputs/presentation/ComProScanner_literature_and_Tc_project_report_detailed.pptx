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832477b04a4bef" /><Relationship Type="http://schemas.openxmlformats.org/officeDocument/2006/relationships/extended-properties" Target="/docProps/app.xml" Id="R65029ad579224e30" /><Relationship Type="http://schemas.openxmlformats.org/officeDocument/2006/relationships/officeDocument" Target="/ppt/presentation.xml" Id="R011b75a08bf349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1156b327114148"/>
  </p:sldMasterIdLst>
  <p:notesMasterIdLst>
    <p:notesMasterId xmlns:r="http://schemas.openxmlformats.org/officeDocument/2006/relationships" r:id="R4be7a0e7793242bd"/>
  </p:notesMasterIdLst>
  <p:sldIdLst>
    <p:sldId xmlns:r="http://schemas.openxmlformats.org/officeDocument/2006/relationships" id="256" r:id="R853961fc6ab34c90"/>
    <p:sldId xmlns:r="http://schemas.openxmlformats.org/officeDocument/2006/relationships" id="257" r:id="Rf64fd3b3b5874907"/>
    <p:sldId xmlns:r="http://schemas.openxmlformats.org/officeDocument/2006/relationships" id="258" r:id="Rf99fdfcf06ff4c26"/>
    <p:sldId xmlns:r="http://schemas.openxmlformats.org/officeDocument/2006/relationships" id="259" r:id="R8b88581197c241cb"/>
    <p:sldId xmlns:r="http://schemas.openxmlformats.org/officeDocument/2006/relationships" id="260" r:id="R2122decdf9594a97"/>
    <p:sldId xmlns:r="http://schemas.openxmlformats.org/officeDocument/2006/relationships" id="261" r:id="Rc36f6c36d2d94c10"/>
    <p:sldId xmlns:r="http://schemas.openxmlformats.org/officeDocument/2006/relationships" id="262" r:id="R219e638f7ced4129"/>
    <p:sldId xmlns:r="http://schemas.openxmlformats.org/officeDocument/2006/relationships" id="263" r:id="Rfbf4b11e1b2e4f8a"/>
    <p:sldId xmlns:r="http://schemas.openxmlformats.org/officeDocument/2006/relationships" id="264" r:id="R33df20f0856749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2c0777e69d4a74" /><Relationship Type="http://schemas.openxmlformats.org/officeDocument/2006/relationships/slideMaster" Target="/ppt/slideMasters/slideMaster1.xml" Id="R411156b327114148" /><Relationship Type="http://schemas.openxmlformats.org/officeDocument/2006/relationships/notesMaster" Target="/ppt/notesMasters/notesMaster1.xml" Id="R4be7a0e7793242bd" /><Relationship Type="http://schemas.openxmlformats.org/officeDocument/2006/relationships/presProps" Target="/ppt/presProps.xml" Id="Ra1d245949a92488b" /><Relationship Type="http://schemas.openxmlformats.org/officeDocument/2006/relationships/tableStyles" Target="/ppt/tableStyles.xml" Id="Racffa0bcadb04ac2" /><Relationship Type="http://schemas.openxmlformats.org/officeDocument/2006/relationships/slide" Target="/ppt/slides/slide1.xml" Id="R853961fc6ab34c90" /><Relationship Type="http://schemas.openxmlformats.org/officeDocument/2006/relationships/slide" Target="/ppt/slides/slide2.xml" Id="Rf64fd3b3b5874907" /><Relationship Type="http://schemas.openxmlformats.org/officeDocument/2006/relationships/slide" Target="/ppt/slides/slide3.xml" Id="Rf99fdfcf06ff4c26" /><Relationship Type="http://schemas.openxmlformats.org/officeDocument/2006/relationships/slide" Target="/ppt/slides/slide4.xml" Id="R8b88581197c241cb" /><Relationship Type="http://schemas.openxmlformats.org/officeDocument/2006/relationships/slide" Target="/ppt/slides/slide5.xml" Id="R2122decdf9594a97" /><Relationship Type="http://schemas.openxmlformats.org/officeDocument/2006/relationships/slide" Target="/ppt/slides/slide6.xml" Id="Rc36f6c36d2d94c10" /><Relationship Type="http://schemas.openxmlformats.org/officeDocument/2006/relationships/slide" Target="/ppt/slides/slide7.xml" Id="R219e638f7ced4129" /><Relationship Type="http://schemas.openxmlformats.org/officeDocument/2006/relationships/slide" Target="/ppt/slides/slide8.xml" Id="Rfbf4b11e1b2e4f8a" /><Relationship Type="http://schemas.openxmlformats.org/officeDocument/2006/relationships/slide" Target="/ppt/slides/slide9.xml" Id="R33df20f0856749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fa3a39a6a744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f3b3d3a12848f4" /><Relationship Type="http://schemas.openxmlformats.org/officeDocument/2006/relationships/notesMaster" Target="/ppt/notesMasters/notesMaster1.xml" Id="Recf1d483aa7549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a357c164dc40de" /><Relationship Type="http://schemas.openxmlformats.org/officeDocument/2006/relationships/notesMaster" Target="/ppt/notesMasters/notesMaster1.xml" Id="Rbc5b51c6559a44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8d8d06c25549c0" /><Relationship Type="http://schemas.openxmlformats.org/officeDocument/2006/relationships/notesMaster" Target="/ppt/notesMasters/notesMaster1.xml" Id="R744fb7ae464c45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d646ca3394453f" /><Relationship Type="http://schemas.openxmlformats.org/officeDocument/2006/relationships/notesMaster" Target="/ppt/notesMasters/notesMaster1.xml" Id="R21dc606edf994d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5a9b7ef1314ee7" /><Relationship Type="http://schemas.openxmlformats.org/officeDocument/2006/relationships/notesMaster" Target="/ppt/notesMasters/notesMaster1.xml" Id="R7c3cd9eb238347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ffdc52542b4d84" /><Relationship Type="http://schemas.openxmlformats.org/officeDocument/2006/relationships/notesMaster" Target="/ppt/notesMasters/notesMaster1.xml" Id="Rf7533d08e8e74c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87b86e3c3746d9" /><Relationship Type="http://schemas.openxmlformats.org/officeDocument/2006/relationships/notesMaster" Target="/ppt/notesMasters/notesMaster1.xml" Id="Rfa30c93cfd0a40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1da82021674299" /><Relationship Type="http://schemas.openxmlformats.org/officeDocument/2006/relationships/notesMaster" Target="/ppt/notesMasters/notesMaster1.xml" Id="R00eee3aa184240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4ed8f2b8be4129" /><Relationship Type="http://schemas.openxmlformats.org/officeDocument/2006/relationships/notesMaster" Target="/ppt/notesMasters/notesMaster1.xml" Id="R8d6856e7d59c41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https://doi.org/10.1039/D5DD00521C</a:t>
            </a:r>
          </a:p>
          <a:p xmlns:a="http://schemas.openxmlformats.org/drawingml/2006/main">
            <a:r>
              <a:t>F:/Python_Project/ComProScanner/assets/comproscanner_logo.png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https://doi.org/10.1039/D5DD00521C</a:t>
            </a:r>
          </a:p>
          <a:p xmlns:a="http://schemas.openxmlformats.org/drawingml/2006/main">
            <a:r>
              <a:t>F:/Python_Project/ComProScanner/docs/news/posts/comproscanner-publish.md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https://doi.org/10.1039/D5DD00521C</a:t>
            </a:r>
          </a:p>
          <a:p xmlns:a="http://schemas.openxmlformats.org/drawingml/2006/main">
            <a:r>
              <a:t>F:/Python_Project/ComProScanner/assets/overall_workflow.png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https://doi.org/10.1039/D5DD00521C</a:t>
            </a:r>
          </a:p>
          <a:p xmlns:a="http://schemas.openxmlformats.org/drawingml/2006/main">
            <a:r>
              <a:t>F:/Python_Project/ComProScanner/docs/assets/flow_diagram.png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https://doi.org/10.1039/D5DD00521C</a:t>
            </a:r>
          </a:p>
          <a:p xmlns:a="http://schemas.openxmlformats.org/drawingml/2006/main">
            <a:r>
              <a:t>F:/Python_Project/ComProScanner/examples/db/README.md</a:t>
            </a:r>
          </a:p>
          <a:p xmlns:a="http://schemas.openxmlformats.org/drawingml/2006/main">
            <a:r>
              <a:t>F:/Python_Project/ComProScanner/examples/piezo_test/eval-results/semantic-evaluation/deepseek-v3-0324-semantic-evaluation-results.json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F:/Python_Project/ComProScanner/src/comproscanner/presets/curie_temperature.py</a:t>
            </a:r>
          </a:p>
          <a:p xmlns:a="http://schemas.openxmlformats.org/drawingml/2006/main">
            <a:r>
              <a:t>F:/Python_Project/ComProScanner/src/comproscanner/utils/data_preparator.py</a:t>
            </a:r>
          </a:p>
          <a:p xmlns:a="http://schemas.openxmlformats.org/drawingml/2006/main">
            <a:r>
              <a:t>F:/Python_Project/ComProScanner/src/comproscanner/article_processors/pdfs_processor.py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F:/Python_Project/ComProScanner/outputs/tc_article_scope_gold_30_final/prediction_vs_gold_001_030_final_metrics.json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F:/Python_Project/ComProScanner/src/comproscanner/utils/data_preparator.py</a:t>
            </a:r>
          </a:p>
          <a:p xmlns:a="http://schemas.openxmlformats.org/drawingml/2006/main">
            <a:r>
              <a:t>F:/Python_Project/ComProScanner/tests/test_utils/test_data_preparator.py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F:/Python_Project/ComProScanner/src/comproscanner/presets/curie_temperature.py</a:t>
            </a:r>
          </a:p>
          <a:p xmlns:a="http://schemas.openxmlformats.org/drawingml/2006/main">
            <a:r>
              <a:t>F:/Python_Project/ComProScanner/src/comproscanner/extract_flow/main_extraction_flow.py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68422daa194a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210f30e3e8425d" /><Relationship Type="http://schemas.openxmlformats.org/officeDocument/2006/relationships/slideLayout" Target="/ppt/slideLayouts/slideLayout1.xml" Id="R5a402d60e3bd4b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402d60e3bd4b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592bba5304199" /><Relationship Type="http://schemas.openxmlformats.org/officeDocument/2006/relationships/image" Target="/ppt/media/image.png" Id="R6f4b4025d9e4478e" /><Relationship Type="http://schemas.openxmlformats.org/officeDocument/2006/relationships/notesSlide" Target="/ppt/notesSlides/notesSlide1.xml" Id="Rc2a0dab9e9ad49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fc445ceeb4ba6" /><Relationship Type="http://schemas.openxmlformats.org/officeDocument/2006/relationships/notesSlide" Target="/ppt/notesSlides/notesSlide2.xml" Id="R5763ec3f0a0741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51fd464e04093" /><Relationship Type="http://schemas.openxmlformats.org/officeDocument/2006/relationships/image" Target="/ppt/media/image2.png" Id="R28fbb2b15e0e44f8" /><Relationship Type="http://schemas.openxmlformats.org/officeDocument/2006/relationships/notesSlide" Target="/ppt/notesSlides/notesSlide3.xml" Id="Rd0eeea30f4504a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5aa43ca5b4c7e" /><Relationship Type="http://schemas.openxmlformats.org/officeDocument/2006/relationships/image" Target="/ppt/media/image3.png" Id="R2893235befe54229" /><Relationship Type="http://schemas.openxmlformats.org/officeDocument/2006/relationships/notesSlide" Target="/ppt/notesSlides/notesSlide4.xml" Id="R32f0619f6e5d43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34c2928af43ae" /><Relationship Type="http://schemas.openxmlformats.org/officeDocument/2006/relationships/notesSlide" Target="/ppt/notesSlides/notesSlide5.xml" Id="R60334332f4d541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18ac9620340c0" /><Relationship Type="http://schemas.openxmlformats.org/officeDocument/2006/relationships/notesSlide" Target="/ppt/notesSlides/notesSlide6.xml" Id="R02db8b4bd37749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1d3c1fc6d4482" /><Relationship Type="http://schemas.openxmlformats.org/officeDocument/2006/relationships/notesSlide" Target="/ppt/notesSlides/notesSlide7.xml" Id="R50a4634ad59940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b6228efdd4ed0" /><Relationship Type="http://schemas.openxmlformats.org/officeDocument/2006/relationships/notesSlide" Target="/ppt/notesSlides/notesSlide8.xml" Id="R9db24334b31648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17bc09d1647ae" /><Relationship Type="http://schemas.openxmlformats.org/officeDocument/2006/relationships/notesSlide" Target="/ppt/notesSlides/notesSlide9.xml" Id="R23d5b3ce989340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16712-6BDE-448A-90DC-266F087F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E3D92-8E54-4A97-A613-3EFC6159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42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ComProScanner：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从科学论文到材料数据库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EC1BA-5B7C-403E-9090-E0F2C64A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论文原理、评估结果，以及我们对 Tc 抽取链路的适配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b4025d9e4478e"/>
          <a:stretch xmlns:a="http://schemas.openxmlformats.org/drawingml/2006/main"/>
        </p:blipFill>
        <p:spPr>
          <a:xfrm xmlns:a="http://schemas.openxmlformats.org/drawingml/2006/main">
            <a:off x="7905750" y="2017621"/>
            <a:ext cx="3524250" cy="9653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27F25-B255-455B-B9CE-35C761ED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48350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Roy 等 · Digital Discovery · 2026 · DOI: 10.1039/D5DD00521C</a:t>
            </a:r>
          </a:p>
        </p:txBody>
      </p:sp>
    </p:spTree>
    <p:extLst>
      <p:ext uri="{BB962C8B-B14F-4D97-AF65-F5344CB8AC3E}">
        <p14:creationId xmlns:p14="http://schemas.microsoft.com/office/powerpoint/2010/main" val="16943865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FC416-7742-450A-B3EA-C4AC52F9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论文试图解决什么问题？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187FD-EAD9-47EC-AAF6-F66044A7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F9B21-B7D8-4042-B1CE-B0C6294E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26C57-134D-4599-AB34-0A03BC29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材料性质数据大量存在于论文正文、表格和图中，但不能直接用于机器学习。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73034-2309-4C67-B29F-69CE854E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3F52F-6DB6-4DC3-B0DB-C0871326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D461D-0D5B-497E-AB66-030D5FAD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输入复杂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FFD02-50FD-486A-A1B1-3F02D700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出版社、XML、PDF格式不同；化学式和变量掺杂写法不统一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9822C-02F7-42A7-9409-E008C7EE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1CA06-3A53-4E36-BB29-EBC495F5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6D1C8-2055-4BF7-A2E3-C0589123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38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关系难抽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0C9FF-DEDB-4680-A312-F0683A5A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386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关键不是找到数值，而是正确绑定“材料组成—性质值—单位”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252E9-A316-4FC0-AB9D-9CF58F0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575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4C958-653B-456E-AFF1-7745050A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AE5C6-257E-4E2D-917B-3BF059DB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人工昂贵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91945-74C2-4150-9C0F-E37D6DBE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86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逐篇阅读、抄录、清洗和验证难以扩展到大规模数据库</a:t>
            </a:r>
          </a:p>
        </p:txBody>
      </p:sp>
    </p:spTree>
    <p:extLst>
      <p:ext uri="{BB962C8B-B14F-4D97-AF65-F5344CB8AC3E}">
        <p14:creationId xmlns:p14="http://schemas.microsoft.com/office/powerpoint/2010/main" val="3415645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35C50-51BC-49B1-A237-DF1BCF92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总体原理：四个阶段把论文变成结构化数据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60320-1830-4006-B913-3338E0F5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AA7ED-6E32-4A09-BCB1-8C690758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bb2b15e0e44f8"/>
          <a:stretch xmlns:a="http://schemas.openxmlformats.org/drawingml/2006/main"/>
        </p:blipFill>
        <p:spPr>
          <a:xfrm xmlns:a="http://schemas.openxmlformats.org/drawingml/2006/main">
            <a:off x="584501" y="1333500"/>
            <a:ext cx="11022997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894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15E24-A56B-4023-A2D5-0AAA387C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多智能体的核心是分工：判断、抽取、格式化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8B6D9-136F-4805-BB62-94C4675B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A8834-A1E0-42E5-A23A-7EB3BC14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3235befe54229"/>
          <a:stretch xmlns:a="http://schemas.openxmlformats.org/drawingml/2006/main"/>
        </p:blipFill>
        <p:spPr>
          <a:xfrm xmlns:a="http://schemas.openxmlformats.org/drawingml/2006/main">
            <a:off x="1399939" y="1381125"/>
            <a:ext cx="4439121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0AEF6-42F2-4340-9081-9A39DBD0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24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主要角色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532A3-A761-4F46-A2F6-24EDF8FB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38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8B39C-A72F-4363-94E9-FB216B6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85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Identifier：先判断文章中是否存在目标材料—性质事实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520B4-1595-4FD3-A116-89F329D7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E93A8-D58A-4491-B853-7091AA71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05125"/>
            <a:ext cx="385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Extractor：抽取材料组成、性质值与合成信息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5569C-5CFF-4000-9258-4EC86263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E1A2A-CFE2-4823-A25A-240B9C0E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67125"/>
            <a:ext cx="385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Formatter：解析变量组成并统一 JSON 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AA568-F891-4168-B67E-C685C0B0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24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BB5E5-8D75-496D-9134-648315E1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385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31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工具：RAG、公式解析、材料解析与图表识别</a:t>
            </a:r>
          </a:p>
        </p:txBody>
      </p:sp>
    </p:spTree>
    <p:extLst>
      <p:ext uri="{BB962C8B-B14F-4D97-AF65-F5344CB8AC3E}">
        <p14:creationId xmlns:p14="http://schemas.microsoft.com/office/powerpoint/2010/main" val="7737856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12A80-C018-4418-BE6A-4583C697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论文用100篇压电材料论文评估10种大模型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4005B-1100-4CDC-9C68-7FB85B52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4A6FF-3929-4A0D-A669-1AF1F2DF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279CF-E460-4512-96E5-DFBE1995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评价不仅看数值，还检查组成、合成信息以及结构化结果是否与 Gold 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2FEC0-E9EF-4E8F-B431-C39DD1C1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EA67F-3688-4372-AD38-5103B606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95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10C16-342A-4D1C-BD2D-15484D0A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3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测试论文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8A915-C7F7-4589-A12A-B6807D3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1462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42FCE-78A9-4411-990D-BE80FEE9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95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BDBAF-CACA-41B9-B9C1-CAB6CA2F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3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语言模型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44E24-02BE-47B9-81E8-F3637EFB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9F766-F77C-4B08-8811-529F2CCD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95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0.82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FAAF6-C98C-4044-82CA-88562728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23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最佳综合准确率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27363-17FE-46F0-8AD0-EEF95EA1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论文报告中 DeepSeek-V3-0324 表现最佳；这说明模型选择会显著影响最终数据库质量。</a:t>
            </a:r>
          </a:p>
        </p:txBody>
      </p:sp>
    </p:spTree>
    <p:extLst>
      <p:ext uri="{BB962C8B-B14F-4D97-AF65-F5344CB8AC3E}">
        <p14:creationId xmlns:p14="http://schemas.microsoft.com/office/powerpoint/2010/main" val="15719011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5F3C1-9CB5-4B1A-954A-2D178EB4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我们的工作：以最小改动把通用链路适配为 Tc 抽取器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29AB7-B91E-418D-A104-5C25B0C2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E8337-01AA-4916-A92A-6F26E5F7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3CB60-9D14-4D0D-BE6B-85B4CD6F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620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A56A0-475B-46BC-82E5-2182CC0C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E7006-17E6-4595-82E1-49ECBE78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Tc preset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DFB7A-5660-4F86-94A0-351AA109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curie_temperature.py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定义 Tc 关键词、问题与 JSON 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453FB-98C6-463C-8CAB-F0BE6756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05263-42C6-4C8F-BC5C-9C4F6CC6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高召回预筛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39573-62D2-4449-8A79-943A9F61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147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扩大 Tc 候选范围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保留研究、背景、对比和引用事实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A57EE-CF86-440D-B51B-C1A95F45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0A0BC-035C-4B5E-88D0-68EBBDCA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本地PDF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55075-6126-4AD0-BEBF-27ACFE03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147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pdfs_processor.py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DOI 缺失时仍使用本地 PDF 正文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EF253-681B-4E8D-BFDB-454476B2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522C0-F4BC-4191-AA2B-8E9C1A94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稳定性修复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40C42-F9FB-4E2E-BD27-0FBEE1E1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单篇超时 180 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data_preparator.py 清除 NUL 字符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2F2F8-ED73-4CA2-A057-565F8A8B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1303C-D439-4004-9D90-19567022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上下文窗口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B0711-82E6-4970-8CDA-D9F6A377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7147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命中句 ±1 句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按原文顺序合并并去重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A1ED7-86A3-4198-AAC1-626B6D00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保持核心流程、Tc 科学提示词和 Schema 不变；模型固定为 DeepSeek / deepseek-v4-flash</a:t>
            </a:r>
          </a:p>
        </p:txBody>
      </p:sp>
    </p:spTree>
    <p:extLst>
      <p:ext uri="{BB962C8B-B14F-4D97-AF65-F5344CB8AC3E}">
        <p14:creationId xmlns:p14="http://schemas.microsoft.com/office/powerpoint/2010/main" val="9342027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49D89-7C18-4F9E-BD2A-6B572482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我们的验证：人工 Gold 与模型 Prediction 逐条匹配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C2B07-B126-458F-915C-FFAC2114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34F2C-48B2-4876-8F46-73355ED5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C2BD7-5035-4C5A-978B-C937A7BD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30 篇论文由人工确认 45 条 Gold；按“材料 + Tc 数值”匹配，单位统一，图中间值允许 ±5 K。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42200-B05B-40FC-845D-834B0DF4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4CB22-44DA-453C-A383-411E2B0F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1105C-9AFE-4945-A255-6A1A0859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2305A-F4D3-4EEC-84D8-C9A6E954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1462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A960A-31F6-4CA6-B0E0-24A1D948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0.933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7DE7A-0181-45C9-A162-50E8D9F8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3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83F19-E1A8-487E-8249-0A87E8C4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3333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5C722-F372-480A-B34E-FD6D58CB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0.966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396D2-605E-4CD3-9717-714448ED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3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F8342-BA49-4072-933E-78ADBE0C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9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正式基线：Gold 45 · Prediction 42 · TP 42 · FP 0 · FN 3  ｜  新上下文窗口版本正在重跑 30 篇</a:t>
            </a:r>
          </a:p>
        </p:txBody>
      </p:sp>
    </p:spTree>
    <p:extLst>
      <p:ext uri="{BB962C8B-B14F-4D97-AF65-F5344CB8AC3E}">
        <p14:creationId xmlns:p14="http://schemas.microsoft.com/office/powerpoint/2010/main" val="21314934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CF0D6-21EC-43FC-8727-FDE8ECBD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最小代码改动：候选句增加前后各一句，补足材料—Tc语义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6368E-E1B3-468E-BEE8-7F37BA2A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B61A4-F59F-46EA-B16E-8CABC154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FD5FE-8844-40C6-976F-AF53B6DA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改动前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FAB7B-EC25-4560-BFD5-D36E7F87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B7FFA-34CB-45EE-B20C-E5C5A630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191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旧逻辑：只发送命中数字或连续大写字母的句子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问题：材料名称可能在前句，温度与相变类型可能在后句，导致关系断裂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C303F-3F8F-45C7-8332-833E4949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857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3098B-9769-4B20-A2A8-3CD4F643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改动后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FE1A2-C351-4CB2-8D57-0BA3182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F708B-8A6E-4919-97E6-84ECB48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28875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新逻辑：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1. 记录命中句索引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2. 扩展 index−1 / index / index+1</a:t>
            </a:r>
          </a:p>
          <a:p xmlns:a="http://schemas.openxmlformats.org/drawingml/2006/main">
            <a:r>
              <a:t>3. 集合去重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4. 按原文顺序输出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FDD47-7699-4403-8FFA-4B1835C7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修改文件：utils/data_preparator.py ｜ 新增上下文与去重测试 ｜ 相关回归测试 53 项全部通过</a:t>
            </a:r>
          </a:p>
        </p:txBody>
      </p:sp>
    </p:spTree>
    <p:extLst>
      <p:ext uri="{BB962C8B-B14F-4D97-AF65-F5344CB8AC3E}">
        <p14:creationId xmlns:p14="http://schemas.microsoft.com/office/powerpoint/2010/main" val="18394619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70348-517C-4BDD-87DB-8903A13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新增 Ms 等性质时：复用主流程，只增加一套属性配置与验证集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6266D-0DFD-4999-BB5F-AE3B75F6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36B20-B9B6-4C9E-8438-A86C8C93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9BB88-7D60-4EDB-A6A5-D5070C7D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2476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3A17D-78C4-4A75-8D60-6A1BF45D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484C0-1CA7-4E19-B5CF-E3E490C2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定义性质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AEB51-1EE9-4505-B019-114D1938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明确物理量、单位、别名、排除项，以及必须保存的测试条件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D8BD9-C546-4106-8D11-D17424C0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43125"/>
            <a:ext cx="2476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97BC0-20FC-462F-994F-21B525D9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32168-BE95-4AF6-B2D5-A651F276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00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建立 preset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6391F-0CF4-4260-990C-CDA60AE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67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新增 presets/&lt;property&gt;.py：关键词、Identifier 问题、Extractor 提示与示例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76707-06E1-42C4-B8CF-C50DF707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476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7633D-4031-4B20-A777-2E98638A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9C01F-5358-4E5B-8125-02FF747C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设计数据结构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F0FDE-CD46-468A-9660-D3B19935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扩展 Schema：value、unit、measurement_temperature、field、evidence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15A73-8DDD-4F92-ABDB-AF2EC577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2476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DCC47-FF40-4470-B54E-35B2ED82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5BE00-1696-4FBE-B0F3-84D6E303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00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小规模验证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97413E-A4BB-4139-B18B-ABDE68E0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671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98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574"/>
                </a:solidFill>
                <a:latin typeface="Microsoft YaHei"/>
                <a:ea typeface="Microsoft YaHei"/>
                <a:cs typeface="Microsoft YaHei"/>
              </a:rPr>
              <a:t>先建 20–30 篇 Gold；逐条审核 TP/FP/FN，再冻结版本并跑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47CB6-8D04-4A92-B5B9-164C859C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以 Ms 为例：主程序无需重写；重点是把测量温度、外场和单位纳入 Schema，并建立对应 Gold。</a:t>
            </a:r>
          </a:p>
        </p:txBody>
      </p:sp>
    </p:spTree>
    <p:extLst>
      <p:ext uri="{BB962C8B-B14F-4D97-AF65-F5344CB8AC3E}">
        <p14:creationId xmlns:p14="http://schemas.microsoft.com/office/powerpoint/2010/main" val="726630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2026-08-22T16:45:48.3890000Z</dcterms:created>
  <dcterms:modified xsi:type="dcterms:W3CDTF">2026-08-22T16:45:48.3890000Z</dcterms:modified>
</coreProperties>
</file>